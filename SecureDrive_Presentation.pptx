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SecureDrive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Secure data sharing over Google Drive using AES + Blake3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End users: data owners (upload/share) and recipients (verify/download).</a:t>
            </a:r>
          </a:p>
          <a:p>
            <a:pPr>
              <a:defRPr sz="2000"/>
            </a:pPr>
            <a:r>
              <a:t>Must encrypt every file before it leaves the client network.</a:t>
            </a:r>
          </a:p>
          <a:p>
            <a:pPr>
              <a:defRPr sz="2000"/>
            </a:pPr>
            <a:r>
              <a:t>Verify integrity post-download using Blake3 hashes.</a:t>
            </a:r>
          </a:p>
          <a:p>
            <a:pPr>
              <a:defRPr sz="2000"/>
            </a:pPr>
            <a:r>
              <a:t>Integrate with Google Drive for cloud persistence with minimal setup.</a:t>
            </a:r>
          </a:p>
          <a:p>
            <a:pPr>
              <a:defRPr sz="2000"/>
            </a:pPr>
            <a:r>
              <a:t>Provide responsive web UI (Home/Register/Login/Dashboard).</a:t>
            </a:r>
          </a:p>
          <a:p>
            <a:pPr>
              <a:defRPr sz="2000"/>
            </a:pPr>
            <a:r>
              <a:t>Audit trail of shares and per-user access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Tools, Technologies &amp;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Flask 3 + SQLAlchemy + SQLite for lightweight backend API.</a:t>
            </a:r>
          </a:p>
          <a:p>
            <a:pPr>
              <a:defRPr sz="2000"/>
            </a:pPr>
            <a:r>
              <a:t>Flask-Login for session management and password hashing (Werkzeug).</a:t>
            </a:r>
          </a:p>
          <a:p>
            <a:pPr>
              <a:defRPr sz="2000"/>
            </a:pPr>
            <a:r>
              <a:t>AES-256 symmetric encryption via Fernet + PBKDF2 key derivation.</a:t>
            </a:r>
          </a:p>
          <a:p>
            <a:pPr>
              <a:defRPr sz="2000"/>
            </a:pPr>
            <a:r>
              <a:t>Blake3 hashing for high-speed integrity verification.</a:t>
            </a:r>
          </a:p>
          <a:p>
            <a:pPr>
              <a:defRPr sz="2000"/>
            </a:pPr>
            <a:r>
              <a:t>Google Drive API (google-api-python-client) for storage.</a:t>
            </a:r>
          </a:p>
          <a:p>
            <a:pPr>
              <a:defRPr sz="2000"/>
            </a:pPr>
            <a:r>
              <a:t>Frontend: HTML5, vanilla JS, modern CSS (Inter font, responsive grid).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Strategy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Layered architecture: Presentation → Service/API → Crypto/Storage.</a:t>
            </a:r>
          </a:p>
          <a:p>
            <a:pPr>
              <a:defRPr sz="2000"/>
            </a:pPr>
            <a:r>
              <a:t>Data Flow: Upload → Encrypt → Hash → Store DB → Optional Drive upload.</a:t>
            </a:r>
          </a:p>
          <a:p>
            <a:pPr>
              <a:defRPr sz="2000"/>
            </a:pPr>
            <a:r>
              <a:t>Sharing model: owner issues encrypted key per recipient.</a:t>
            </a:r>
          </a:p>
          <a:p>
            <a:pPr>
              <a:defRPr sz="2000"/>
            </a:pPr>
            <a:r>
              <a:t>Verification flow: recipient downloads, decrypts, recomputes hash.</a:t>
            </a:r>
          </a:p>
          <a:p>
            <a:pPr>
              <a:defRPr sz="2000"/>
            </a:pPr>
            <a:r>
              <a:t>Security controls: salted PBKDF2 keys, HTTPS-ready, session auth.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User registration/login with credential hashing.</a:t>
            </a:r>
          </a:p>
          <a:p>
            <a:pPr>
              <a:defRPr sz="2000"/>
            </a:pPr>
            <a:r>
              <a:t>Upload tab: drag &amp; drop → server encrypts file → returns key + hash.</a:t>
            </a:r>
          </a:p>
          <a:p>
            <a:pPr>
              <a:defRPr sz="2000"/>
            </a:pPr>
            <a:r>
              <a:t>Share tab: owner selects file, specifies user, persists encrypted key.</a:t>
            </a:r>
          </a:p>
          <a:p>
            <a:pPr>
              <a:defRPr sz="2000"/>
            </a:pPr>
            <a:r>
              <a:t>Recipient sees shared file list, enters key for verification/download.</a:t>
            </a:r>
          </a:p>
          <a:p>
            <a:pPr>
              <a:defRPr sz="2000"/>
            </a:pPr>
            <a:r>
              <a:t>Optional Google OAuth flow to connect Drive for encrypted backups.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 (DFD/UML Focus)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Actors: User1 (owner), User2 (recipient), Google Drive.</a:t>
            </a:r>
          </a:p>
          <a:p>
            <a:pPr>
              <a:defRPr sz="2000"/>
            </a:pPr>
            <a:r>
              <a:t>Entities: User table, File table, FileShare table, Drive storage.</a:t>
            </a:r>
          </a:p>
          <a:p>
            <a:pPr>
              <a:defRPr sz="2000"/>
            </a:pPr>
            <a:r>
              <a:t>Processes: Auth Service, Crypto Service, Drive Service, Verification Service.</a:t>
            </a:r>
          </a:p>
          <a:p>
            <a:pPr>
              <a:defRPr sz="2000"/>
            </a:pPr>
            <a:r>
              <a:t>Data Stores: SQLite DB (metadata), Drive (ciphertext), transient Uploads dir.</a:t>
            </a:r>
          </a:p>
          <a:p>
            <a:pPr>
              <a:defRPr sz="2000"/>
            </a:pPr>
            <a:r>
              <a:t>Sequence: Auth → Upload → Share → Download → Verify.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AES-256 encryption ensures confidentiality for data at rest/transit.</a:t>
            </a:r>
          </a:p>
          <a:p>
            <a:pPr>
              <a:defRPr sz="2000"/>
            </a:pPr>
            <a:r>
              <a:t>Blake3 hashes stored to detect tampering during download.</a:t>
            </a:r>
          </a:p>
          <a:p>
            <a:pPr>
              <a:defRPr sz="2000"/>
            </a:pPr>
            <a:r>
              <a:t>PBKDF2 key stretching prevents brute-force on password-derived keys.</a:t>
            </a:r>
          </a:p>
          <a:p>
            <a:pPr>
              <a:defRPr sz="2000"/>
            </a:pPr>
            <a:r>
              <a:t>Per-user access enforcement via Flask-Login decorators.</a:t>
            </a:r>
          </a:p>
          <a:p>
            <a:pPr>
              <a:defRPr sz="2000"/>
            </a:pPr>
            <a:r>
              <a:t>HTTPS recommended plus environment-based SECRET_KEY rotation.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SecureDrive meets requirement for encrypted Drive-based sharing.</a:t>
            </a:r>
          </a:p>
          <a:p>
            <a:pPr>
              <a:defRPr sz="2000"/>
            </a:pPr>
            <a:r>
              <a:t>Full lifecycle: registration → upload → share → verify → download.</a:t>
            </a:r>
          </a:p>
          <a:p>
            <a:pPr>
              <a:defRPr sz="2000"/>
            </a:pPr>
            <a:r>
              <a:t>Extensible architecture for audit logs, MFA, or hardware key storage.</a:t>
            </a:r>
          </a:p>
          <a:p>
            <a:pPr>
              <a:defRPr sz="2000"/>
            </a:pPr>
            <a:r>
              <a:t>User-friendly dashboard encourages correct key handling practices.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Flask &amp; Flask-Login documentation.</a:t>
            </a:r>
          </a:p>
          <a:p>
            <a:pPr>
              <a:defRPr sz="2000"/>
            </a:pPr>
            <a:r>
              <a:t>python-cryptography (Fernet + PBKDF2) docs.</a:t>
            </a:r>
          </a:p>
          <a:p>
            <a:pPr>
              <a:defRPr sz="2000"/>
            </a:pPr>
            <a:r>
              <a:t>Blake3 specification (https://github.com/BLAKE3-team/BLAKE3).</a:t>
            </a:r>
          </a:p>
          <a:p>
            <a:pPr>
              <a:defRPr sz="2000"/>
            </a:pPr>
            <a:r>
              <a:t>Google Drive API guides for file upload/download.</a:t>
            </a:r>
          </a:p>
          <a:p>
            <a:pPr>
              <a:defRPr sz="2000"/>
            </a:pPr>
            <a:r>
              <a:t>Project repository README/SETUP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